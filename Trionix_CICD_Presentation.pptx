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Segoe UI"/>
              </a:defRPr>
            </a:pPr>
            <a:r>
              <a:t>🐳  🔧  ☁️  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8A6FF"/>
                </a:solidFill>
                <a:latin typeface="Segoe UI"/>
              </a:defRPr>
            </a:pPr>
            <a:r>
              <a:rPr dirty="0"/>
              <a:t>TRIONIX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D1D9"/>
                </a:solidFill>
                <a:latin typeface="Segoe UI"/>
              </a:defRPr>
            </a:pPr>
            <a:r>
              <a:t>CI/CD Pipeline: Containerization &amp; Cloud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200400" cy="25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Docker  •  Jenkins  •  Azure Container Registry  •  Azure App Service  • 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60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Aditya Rana  |  </a:t>
            </a:r>
            <a:r>
              <a:rPr lang="en-IN" dirty="0" err="1"/>
              <a:t>Shaksham</a:t>
            </a:r>
            <a:r>
              <a:rPr lang="en-IN" dirty="0"/>
              <a:t> Mehra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Why CI/CD?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The Problem &amp; 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Segoe UI"/>
              </a:defRPr>
            </a:pPr>
            <a:r>
              <a:t>❌  The Problem (Manual Deployment)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4545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Manually build Docker image every time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4545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Manually log into Azure and push the image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4545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Manually restart the web server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4545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Prone to human errors and inconsistency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4545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Time-consuming: 15+ minutes per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✅  Our Solution (Automated CI/CD)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One-click deployment via Jenkins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Docker auto-packages the entire ML app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Jenkins auto-pushes to Azure Registry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Webhook auto-restarts the live website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FB950"/>
                </a:solidFill>
                <a:latin typeface="Segoe UI"/>
              </a:rPr>
              <a:t>▸ </a:t>
            </a:r>
            <a:r>
              <a:rPr sz="1500">
                <a:solidFill>
                  <a:srgbClr val="C9D1D9"/>
                </a:solidFill>
                <a:latin typeface="Segoe UI"/>
              </a:rPr>
              <a:t>Deployment time: ~20 seconds + auto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Four technologies working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  <a:latin typeface="Segoe UI"/>
              </a:defRPr>
            </a:pPr>
            <a:r>
              <a:t>🐳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CONTAINERIZATION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Packages entire ML app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Python + PyTorch + FFmpeg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9.88 GB production image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8A6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Runs identically everywhere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B00"/>
                </a:solidFill>
                <a:latin typeface="Segoe UI"/>
              </a:defRPr>
            </a:pPr>
            <a:r>
              <a:t>🔧 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CI/CD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B0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Runs on local machine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7B0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3-stage pipeline script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7B0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Checkout → Build → Push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7B0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One-click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256032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C8CFF"/>
                </a:solidFill>
                <a:latin typeface="Segoe UI"/>
              </a:defRPr>
            </a:pPr>
            <a:r>
              <a:t>☁️ 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CLOUD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BC8C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Container Registry (ACR)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BC8C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App Service (B1 tier)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BC8C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Auto-deploy webhooks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BC8CFF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Public HTTPS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FB950"/>
                </a:solidFill>
                <a:latin typeface="Segoe UI"/>
              </a:defRPr>
            </a:pPr>
            <a:r>
              <a:t>🐙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SOURCE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Central code repository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Version control (Git)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Stores CI/CD configs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▸ </a:t>
            </a:r>
            <a:r>
              <a:rPr sz="1300">
                <a:solidFill>
                  <a:srgbClr val="C9D1D9"/>
                </a:solidFill>
                <a:latin typeface="Segoe UI"/>
              </a:rPr>
              <a:t>Pull Request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From code change to live website in one click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219456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📝 Code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Developer updates</a:t>
            </a:r>
            <a:br/>
            <a:r>
              <a:t>code on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17520" y="219456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🐙 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Code pushed to</a:t>
            </a:r>
            <a:br/>
            <a: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37760" y="2194560"/>
            <a:ext cx="457200" cy="457200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7B00"/>
                </a:solidFill>
                <a:latin typeface="Segoe UI"/>
              </a:defRPr>
            </a:pPr>
            <a:r>
              <a:t>🔧 Jenkins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Docker image built</a:t>
            </a:r>
            <a:br/>
            <a:r>
              <a:t>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0" y="219456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📦 Push to ACR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Image uploaded to</a:t>
            </a:r>
            <a:br/>
            <a:r>
              <a:t>Azure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78240" y="219456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🔔 Webhook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Registry notifies</a:t>
            </a:r>
            <a:br/>
            <a:r>
              <a:t>App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2011680"/>
            <a:ext cx="173736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698480" y="219456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D111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834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🌐 Live!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3832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Website updates</a:t>
            </a:r>
            <a:br/>
            <a:r>
              <a:t>automatically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5303520"/>
            <a:ext cx="8686800" cy="9144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0312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⚡ Total deployment time: ~20 seconds build  +  ~10 minutes Azure cold start  =  Fully Automated!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Key Files &amp;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📄 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Base: Python 3.10-slim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System deps: FFmpeg, libzbar0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Installs all Python packages from requirements.txt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58A6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Runs Django server on port 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B00"/>
                </a:solidFill>
                <a:latin typeface="Segoe UI"/>
              </a:defRPr>
            </a:pPr>
            <a:r>
              <a:t>📄 Jenkinsfile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7B0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Declarative pipeline (3 stages)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7B0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Stage 1: Checkout code from GitHub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7B0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Stage 2: Build Docker image locally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7B0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Stage 3: Push image to Azure ACR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C8CFF"/>
                </a:solidFill>
                <a:latin typeface="Segoe UI"/>
              </a:defRPr>
            </a:pPr>
            <a:r>
              <a:t>☁️ Azure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BC8C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Container Registry: trionix.azurecr.io (Basic tier)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BC8C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App Service: B1 tier, Linux, Central India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BC8C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Continuous Deployment via Webhooks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BC8CFF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WEBSITES_PORT=8000, START_TIME_LIMIT=1800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48640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💡 Key Design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Local Jenkins → saves Azure credits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B1 tier → enough RAM for PyTorch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Webhooks → fully automated deployment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▸ </a:t>
            </a:r>
            <a:r>
              <a:rPr sz="1400">
                <a:solidFill>
                  <a:srgbClr val="C9D1D9"/>
                </a:solidFill>
                <a:latin typeface="Segoe UI"/>
              </a:rPr>
              <a:t>os.path.join → cross-platform paths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  <a:latin typeface="Segoe UI"/>
              </a:defRPr>
            </a:pPr>
            <a:r>
              <a:t>Live Demo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743200"/>
            <a:ext cx="7772400" cy="2743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30175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▸ </a:t>
            </a:r>
            <a:r>
              <a:rPr sz="1700">
                <a:solidFill>
                  <a:srgbClr val="FFFFFF"/>
                </a:solidFill>
                <a:latin typeface="Segoe UI"/>
              </a:rPr>
              <a:t>✅  Django ML app containerized with Docker (9.88 GB image)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▸ </a:t>
            </a:r>
            <a:r>
              <a:rPr sz="1700">
                <a:solidFill>
                  <a:srgbClr val="FFFFFF"/>
                </a:solidFill>
                <a:latin typeface="Segoe UI"/>
              </a:rPr>
              <a:t>✅  Automated CI/CD pipeline with Jenkins (4 successful builds)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▸ </a:t>
            </a:r>
            <a:r>
              <a:rPr sz="1700">
                <a:solidFill>
                  <a:srgbClr val="FFFFFF"/>
                </a:solidFill>
                <a:latin typeface="Segoe UI"/>
              </a:rPr>
              <a:t>✅  Deployed to Azure App Service (Central India region)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▸ </a:t>
            </a:r>
            <a:r>
              <a:rPr sz="1700">
                <a:solidFill>
                  <a:srgbClr val="FFFFFF"/>
                </a:solidFill>
                <a:latin typeface="Segoe UI"/>
              </a:rPr>
              <a:t>✅  Auto-deployment via Container Registry webhooks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▸ </a:t>
            </a:r>
            <a:r>
              <a:rPr sz="1700">
                <a:solidFill>
                  <a:srgbClr val="FFFFFF"/>
                </a:solidFill>
                <a:latin typeface="Segoe UI"/>
              </a:rPr>
              <a:t>✅  Live URL: trionix-app-xxxxx.azurewebsites.net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C8CFF"/>
                </a:solidFill>
                <a:latin typeface="Segoe UI"/>
              </a:defRPr>
            </a:pPr>
            <a:r>
              <a:t>Thank You!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533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rana</cp:lastModifiedBy>
  <cp:revision>3</cp:revision>
  <dcterms:created xsi:type="dcterms:W3CDTF">2013-01-27T09:14:16Z</dcterms:created>
  <dcterms:modified xsi:type="dcterms:W3CDTF">2026-04-05T14:36:48Z</dcterms:modified>
  <cp:category/>
</cp:coreProperties>
</file>